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REVIEW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Transaction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Pipeline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CSV ingestion · LLM classification · anomaly detection · insight generation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pPr indent="0" marL="0">
              <a:buNone/>
            </a:pPr>
            <a:r>
              <a:rPr lang="en-US" sz="14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pPr indent="0" marL="0">
              <a:buNone/>
            </a:pPr>
            <a:r>
              <a:rPr lang="en-US" sz="14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pPr indent="0" marL="0">
              <a:buNone/>
            </a:pPr>
            <a:r>
              <a:rPr lang="en-US" sz="14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pPr indent="0" marL="0">
              <a:buNone/>
            </a:pPr>
            <a:r>
              <a:rPr lang="en-US" sz="14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system solves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raw, messy transaction CSVs and return clean, classified, insight-rich results — asynchronously, so users never wait for heavy processing to finish.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8529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  </a:t>
            </a:r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AI-assign a category to every transaction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749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 </a:t>
            </a:r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statistical outliers &amp; currency anomalies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64515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  </a:t>
            </a:r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natural-language spending narrative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56869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554126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responsive   </a:t>
            </a:r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job ID instantly; poll for results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21040" y="1600200"/>
            <a:ext cx="3291840" cy="4572000"/>
          </a:xfrm>
          <a:prstGeom prst="rect">
            <a:avLst/>
          </a:prstGeom>
          <a:solidFill>
            <a:srgbClr val="0F1A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953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BY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returns in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milliseconds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95360" y="356616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/jobs/upload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job created (pending)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queued to Redis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job_id returned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components, one async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20356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880360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8036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57800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8A5A1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5780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E6E3C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12680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9A2336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1268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359152" y="2240280"/>
            <a:ext cx="457200" cy="0"/>
          </a:xfrm>
          <a:prstGeom prst="line">
            <a:avLst/>
          </a:prstGeom>
          <a:noFill/>
          <a:ln w="254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26771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36592" y="2240280"/>
            <a:ext cx="457200" cy="0"/>
          </a:xfrm>
          <a:prstGeom prst="line">
            <a:avLst/>
          </a:prstGeom>
          <a:noFill/>
          <a:ln w="254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64515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14032" y="2240280"/>
            <a:ext cx="457200" cy="0"/>
          </a:xfrm>
          <a:prstGeom prst="line">
            <a:avLst/>
          </a:prstGeom>
          <a:noFill/>
          <a:ln w="254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02259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91472" y="2240280"/>
            <a:ext cx="457200" cy="0"/>
          </a:xfrm>
          <a:prstGeom prst="line">
            <a:avLst/>
          </a:prstGeom>
          <a:noFill/>
          <a:ln w="254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40003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35240" y="406908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5B3A86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35240" y="4069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526780" y="2697480"/>
            <a:ext cx="0" cy="1371600"/>
          </a:xfrm>
          <a:prstGeom prst="line">
            <a:avLst/>
          </a:prstGeom>
          <a:noFill/>
          <a:ln w="25400">
            <a:solidFill>
              <a:srgbClr val="1B244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6182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(batched)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94460" y="2743200"/>
            <a:ext cx="0" cy="68580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394460" y="3429000"/>
            <a:ext cx="23774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3771900" y="2743200"/>
            <a:ext cx="0" cy="68580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11480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/status · /results  (poll)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069080"/>
            <a:ext cx="5760720" cy="224028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4206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PIPELINE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57200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clean_csv()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detect_anomalies()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classify_categories()  → LLM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bulk_save Transactions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generate_narrative()  → LLM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 — upload to acknowledgement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1051560"/>
          </a:xfrm>
          <a:prstGeom prst="rect">
            <a:avLst/>
          </a:prstGeom>
          <a:solidFill>
            <a:srgbClr val="20356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20356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7739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12140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CSV via POST /jobs/upload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1106424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24912"/>
            <a:ext cx="82296" cy="10515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2980944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9809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29443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2918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creates a Job row (id, status, timestamp) — status = pending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6424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895344"/>
            <a:ext cx="82296" cy="1051560"/>
          </a:xfrm>
          <a:prstGeom prst="rect">
            <a:avLst/>
          </a:prstGeom>
          <a:solidFill>
            <a:srgbClr val="8A5A1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151376"/>
            <a:ext cx="566928" cy="566928"/>
          </a:xfrm>
          <a:prstGeom prst="ellipse">
            <a:avLst/>
          </a:prstGeom>
          <a:solidFill>
            <a:srgbClr val="8A5A12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114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4622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handed to Redis via Celery task.delay() — not run inline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65776"/>
            <a:ext cx="11064240" cy="1051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065776"/>
            <a:ext cx="82296" cy="1051560"/>
          </a:xfrm>
          <a:prstGeom prst="rect">
            <a:avLst/>
          </a:prstGeom>
          <a:solidFill>
            <a:srgbClr val="1E6E3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5321808"/>
            <a:ext cx="566928" cy="566928"/>
          </a:xfrm>
          <a:prstGeom prst="ellipse">
            <a:avLst/>
          </a:prstGeom>
          <a:solidFill>
            <a:srgbClr val="1E6E3C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321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8760" y="52852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56327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returns job_id immediately; user never blocks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Celery worker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841248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7739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12140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dates to ISO, strip $, uppercase status, fill blanks, drop duplicates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6949440" cy="841248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514600"/>
            <a:ext cx="82296" cy="841248"/>
          </a:xfrm>
          <a:prstGeom prst="rect">
            <a:avLst/>
          </a:prstGeom>
          <a:solidFill>
            <a:srgbClr val="1E6E3C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2770632"/>
            <a:ext cx="566928" cy="566928"/>
          </a:xfrm>
          <a:prstGeom prst="ellipse">
            <a:avLst/>
          </a:prstGeom>
          <a:solidFill>
            <a:srgbClr val="1E6E3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273405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08152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3× account median; USD on domestic-only merchants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6949440" cy="841248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474720"/>
            <a:ext cx="82296" cy="841248"/>
          </a:xfrm>
          <a:prstGeom prst="rect">
            <a:avLst/>
          </a:prstGeom>
          <a:solidFill>
            <a:srgbClr val="5B3A86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3730752"/>
            <a:ext cx="566928" cy="566928"/>
          </a:xfrm>
          <a:prstGeom prst="ellipse">
            <a:avLst/>
          </a:prstGeom>
          <a:solidFill>
            <a:srgbClr val="5B3A86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369417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(batched)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04164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for all uncategorised rows — not one per transaction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0" y="1554480"/>
            <a:ext cx="3840480" cy="2990088"/>
          </a:xfrm>
          <a:prstGeom prst="rect">
            <a:avLst/>
          </a:prstGeom>
          <a:solidFill>
            <a:srgbClr val="0F1A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BATCH?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2194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API calls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throughput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rows → 1 classification call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3892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38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337560" y="513892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5138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26480" y="513892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5138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915400" y="5138928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15400" y="5138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705856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7058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337560" y="5705856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57058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Withdrawal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126480" y="5705856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57058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915400" y="5705856"/>
            <a:ext cx="2606040" cy="438912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15400" y="57058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relational entities in PostgreSQL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34747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metadata &amp; processing status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counts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45920"/>
            <a:ext cx="3474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645920"/>
            <a:ext cx="3474720" cy="868680"/>
          </a:xfrm>
          <a:prstGeom prst="rect">
            <a:avLst/>
          </a:prstGeom>
          <a:solidFill>
            <a:srgbClr val="1E6E3C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480560" y="2121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processed row + AI/anomaly fields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txn_id, date, amount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currency, status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is_anomaly, reason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llm_category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645920"/>
            <a:ext cx="34747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1645920"/>
            <a:ext cx="3474720" cy="868680"/>
          </a:xfrm>
          <a:prstGeom prst="rect">
            <a:avLst/>
          </a:prstGeom>
          <a:solidFill>
            <a:srgbClr val="9A233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JobSummary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183880" y="2121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stats &amp; AI narrative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0" y="27432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total_spend_inr/usd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top_merchants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anomaly_count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narrative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GENERATION &amp; RETRIEVAL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summary + polling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NARRATIVE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over aggregated data → JSON summary stored in JobSummary, then status → completed.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4937760" cy="2743200"/>
          </a:xfrm>
          <a:prstGeom prst="rect">
            <a:avLst/>
          </a:prstGeom>
          <a:solidFill>
            <a:srgbClr val="0F1A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42900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"Spending is concentrated in Travel and Utilities, led by IRCTC and Jio Recharge. Ten transactions were flagged as anomalies."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risk_level: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/jobs/{id}/status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 → processing → completed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337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/jobs/{id}/results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txns · anomalies · category breakdown · summary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4526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/jobs?status=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&amp; filter all jobs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even for large files — no blocking requests.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347472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async, auto-generated API docs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73736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737360"/>
            <a:ext cx="3474720" cy="109728"/>
          </a:xfrm>
          <a:prstGeom prst="rect">
            <a:avLst/>
          </a:prstGeom>
          <a:solidFill>
            <a:srgbClr val="1E6E3C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Celery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background task execution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0" y="1737360"/>
            <a:ext cx="3474720" cy="109728"/>
          </a:xfrm>
          <a:prstGeom prst="rect">
            <a:avLst/>
          </a:prstGeom>
          <a:solidFill>
            <a:srgbClr val="8A5A1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broker, seamless Celery integration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77640"/>
            <a:ext cx="3474720" cy="109728"/>
          </a:xfrm>
          <a:prstGeom prst="rect">
            <a:avLst/>
          </a:prstGeom>
          <a:solidFill>
            <a:srgbClr val="9A233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70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relational data with strong querying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51960" y="39776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3977640"/>
            <a:ext cx="3474720" cy="109728"/>
          </a:xfrm>
          <a:prstGeom prst="rect">
            <a:avLst/>
          </a:prstGeom>
          <a:solidFill>
            <a:srgbClr val="5B3A86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270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Flash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52628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strong results, cost-efficient batching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55280" y="397764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0" y="3977640"/>
            <a:ext cx="3474720" cy="109728"/>
          </a:xfrm>
          <a:prstGeom prst="rect">
            <a:avLst/>
          </a:prstGeom>
          <a:solidFill>
            <a:srgbClr val="20356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270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Compose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229600" y="4846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stack boots with one command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AT 100×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breaks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82296" cy="822960"/>
          </a:xfrm>
          <a:prstGeom prst="rect">
            <a:avLst/>
          </a:prstGeom>
          <a:solidFill>
            <a:srgbClr val="9A233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9105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through Redis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3400" y="1591056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files eat broker memory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0" y="1965960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001000" y="159105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S3, pass file path only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11064240" cy="8229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87168"/>
            <a:ext cx="82296" cy="822960"/>
          </a:xfrm>
          <a:prstGeom prst="rect">
            <a:avLst/>
          </a:prstGeom>
          <a:solidFill>
            <a:srgbClr val="9A233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2374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Celery worker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523744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ceiling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2898648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01000" y="252374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workers horizontally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11064240" cy="8229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19856"/>
            <a:ext cx="82296" cy="822960"/>
          </a:xfrm>
          <a:prstGeom prst="rect">
            <a:avLst/>
          </a:prstGeom>
          <a:solidFill>
            <a:srgbClr val="9A233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564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connections saturate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43400" y="3456432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exhaustion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3831336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001000" y="3456432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 + PgBouncer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52544"/>
            <a:ext cx="11064240" cy="8229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52544"/>
            <a:ext cx="82296" cy="822960"/>
          </a:xfrm>
          <a:prstGeom prst="rect">
            <a:avLst/>
          </a:prstGeom>
          <a:solidFill>
            <a:srgbClr val="9A233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3891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rate limits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43400" y="438912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LLM calls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0" y="4764024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001000" y="43891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HTTP + dedicated AI queue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85232"/>
            <a:ext cx="11064240" cy="822960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85232"/>
            <a:ext cx="82296" cy="822960"/>
          </a:xfrm>
          <a:prstGeom prst="rect">
            <a:avLst/>
          </a:prstGeom>
          <a:solidFill>
            <a:srgbClr val="9A233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32180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result payloads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343400" y="5321808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response returns everything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98080" y="5696712"/>
            <a:ext cx="3657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001000" y="532180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for production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 enterprise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48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for uploads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0848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workers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127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Celery scaling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20848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AI queue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127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LLM workloads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0" y="20848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3127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pooling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18795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LLM (HTTPX)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230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Gemini calls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93192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418795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6616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66160" y="5230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dashboards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93192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418795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5508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55080" y="5230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 monitoring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15400" y="3931920"/>
            <a:ext cx="2606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44000" y="418795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+ caching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44000" y="5230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bounded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61520" cy="14630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responsive, async pipeline —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github.com/ronix07/transaction-processsiong-systems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Transaction Processing Pipeline</dc:title>
  <dc:subject>PptxGenJS Presentation</dc:subject>
  <dc:creator>Ronit Rathod</dc:creator>
  <cp:lastModifiedBy>Ronit Rathod</cp:lastModifiedBy>
  <cp:revision>1</cp:revision>
  <dcterms:created xsi:type="dcterms:W3CDTF">2026-06-16T12:51:41Z</dcterms:created>
  <dcterms:modified xsi:type="dcterms:W3CDTF">2026-06-16T12:51:41Z</dcterms:modified>
</cp:coreProperties>
</file>